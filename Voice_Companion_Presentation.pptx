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VOICE COMPANION</a:t>
            </a:r>
          </a:p>
          <a:p>
            <a:pPr algn="l">
              <a:spcBef>
                <a:spcPts val="1400"/>
              </a:spcBef>
              <a:defRPr sz="2400">
                <a:solidFill>
                  <a:srgbClr val="2563EB"/>
                </a:solidFill>
                <a:latin typeface="Arial"/>
              </a:defRPr>
            </a:pPr>
            <a:r>
              <a:t>Голосовий ШІ-супутник для комфортного життя літніх людей</a:t>
            </a:r>
          </a:p>
          <a:p>
            <a:pPr algn="l">
              <a:spcBef>
                <a:spcPts val="1000"/>
              </a:spcBef>
              <a:defRPr sz="1800">
                <a:solidFill>
                  <a:srgbClr val="64748B"/>
                </a:solidFill>
                <a:latin typeface="Arial"/>
              </a:defRPr>
            </a:pPr>
            <a:r>
              <a:t>Технології турботи та допомоги без екранів та складних інтерфейсів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Проблема та Ринкова Можливість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Бар'єр сучасних технологій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Сучасні додатки перевантажені меню, кнопками та дрібними шрифтами.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Літнім людям важко орієнтуватися в сенсорних інтерфейсах.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Самостійне використання гаджетів стає стресом замість допомоги.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Рішення: Voice-First Companion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Повністю безконтактний інтерфейс через бездротові навушники.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Спілкування природним голосом — без необхідності дивитися в екран.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Поєднання функцій розумного асистента та терплячого співрозмовника.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Ключові Сценарії Використання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Помічник на кухні / в побуті</a:t>
            </a:r>
          </a:p>
          <a:p>
            <a:pPr>
              <a:lnSpc>
                <a:spcPct val="120000"/>
              </a:lnSpc>
              <a:defRPr sz="1600">
                <a:solidFill>
                  <a:srgbClr val="0F172A"/>
                </a:solidFill>
                <a:latin typeface="Arial"/>
              </a:defRPr>
            </a:pPr>
            <a:r>
              <a:t>Знаходить рецепти страв, зачитує їх крок за кроком з паузами для виконання дій, шукає інструкції в інтернеті hands-free.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Довготривала пам'ять</a:t>
            </a:r>
          </a:p>
          <a:p>
            <a:pPr>
              <a:lnSpc>
                <a:spcPct val="120000"/>
              </a:lnSpc>
              <a:defRPr sz="1600">
                <a:solidFill>
                  <a:srgbClr val="0F172A"/>
                </a:solidFill>
                <a:latin typeface="Arial"/>
              </a:defRPr>
            </a:pPr>
            <a:r>
              <a:t>Запам'ятовує важливу інформацію (де лежать ліки, коли прийдуть родичі) та нагадує про неї за голосовим запитом.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Тепле спілкування</a:t>
            </a:r>
          </a:p>
          <a:p>
            <a:pPr>
              <a:lnSpc>
                <a:spcPct val="120000"/>
              </a:lnSpc>
              <a:defRPr sz="1600">
                <a:solidFill>
                  <a:srgbClr val="0F172A"/>
                </a:solidFill>
                <a:latin typeface="Arial"/>
              </a:defRPr>
            </a:pPr>
            <a:r>
              <a:t>Обговорює книги, новини чи фільми, розповідає цікаві факти, вислуховує та підтримує дружню розмову у будь-який час.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Підхід до Реалізації (React Native)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Переваги мобільного додатка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Стабільна робота у фоновому режимі при заблокованому екрані.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Миттєва локальна озвучка (TTS) голосами Siri/Google без затримок мережі.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Повна інтеграція з кнопками гарнітури навушників для швидкого контролю.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Розумні алгоритми звуку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Локальний VAD (нейромережа на пристрої) розрізняє мову та кухонний шум.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Використання навушників повністю прибирає проблему акустичного відлуння.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Динамічна пауза: система очікує завершення логічної думки користувача.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План Розробки та Запуску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Етап 1: Веб-прототип (MVP)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Швидка перевірка інтерфейсу на діючому проекті.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Тестування інструментів пошуку в інтернеті та YouTube.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Калібрування чутливості мікрофона.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Етап 2: Мобільний додаток (RN)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Збирання програми на React Native.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Впровадження локального синтезу мови.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Стабільне слухання у фоновому режимі.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Етап 3: UX для літніх людей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Спрощений інтерфейс з великими контрастними зонами.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Підтримка голосових команд управління телефоном.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• Запуск пілотного тестування з першими користувачами.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Економіка та Розрахунок Витрат ШІ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Дві моделі витрат (на користувача)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Тариф 'Базовий' (Gemini 2.5 Flash): ~$1.00 на місяць за 1 годину щоденного спілкування. Надвисока швидкість та мінімальна собівартість.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Тариф 'Преміум' (Claude Haiku): ~$8.10 на місяць. Глибокі, складні бесіди, літературна мова.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Кэширование контекста: використання Context Caching від Google може зменшити витрати Gemini ще у 2-3 рази.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Бізнес-потенціал рішення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Висока маржинальність: передплата в $10/місяць покриває ШІ-витрати та приносить до 90% брутто-прибутку.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Низький бар'єр входу: жодного навчання користувачів, лише голос.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Унікальна ніша: ринок сервісів для літніх людей (Silver Economy) зростає найшвидше у світі.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